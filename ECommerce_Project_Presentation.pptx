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Modern E-Commerce Platform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Next.js, Node.js, PostgreSQL, AI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By Prashant Maurya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Live: shop.prashantmaurya.online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Full-stack scalable application </a:t>
            </a:r>
            <a:endParaRPr lang="en-US" sz="20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Built to demonstrate production-grade architecture and full-stack capabilities.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Advanced AI-driven features &amp; semantic search</a:t>
            </a:r>
            <a:endParaRPr lang="en-US" sz="20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Leveraging LLMs and Vector Databases for intelligent UX.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Secure role-based admin dashboard</a:t>
            </a:r>
            <a:endParaRPr lang="en-US" sz="20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Comprehensive data and permission management.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Dynamic, responsive, and performance-focused UI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Frontend: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Next.js 16, React 19, Tailwind CSS v4, Redux Toolkit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Backend: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Node.js, Express 5, Prisma ORM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Database: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PostgreSQL, Redis (BullMQ queues), pgvector (Embeddings)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</a:rPr>
              <a:t>AI &amp; Integrations: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Google GenAI, Groq SDK, Stripe, Cloudinary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Key Features: User &amp; Shopping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Smart Cart &amp; Multi-step Checkout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Real-time Email &amp; OTP Authentication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AI Chatbot &amp; Intelligent Customer Support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Dynamic Banners &amp; Coupon System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Dark Mode &amp; Theming Support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Key Features: Admin &amp;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Advanced Role-Based Access Control (RBAC)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Automated PDF Generation for Invoices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BullMQ for Background Jobs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Centralized Logging &amp; Metrics (Prometheus/Winston)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Stripe Webhooks &amp; Event Processing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Live Demo: shop.prashantmaurya.online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GitHub: github.com/PrashantMaurya252/e-commerce-with-postgre-and-prisma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Personal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Platform</dc:title>
  <dc:subject>E-Commerce Platform Presentation</dc:subject>
  <dc:creator>Prashant Maurya</dc:creator>
  <cp:lastModifiedBy>Prashant Maurya</cp:lastModifiedBy>
  <cp:revision>1</cp:revision>
  <dcterms:created xsi:type="dcterms:W3CDTF">2026-08-31T15:03:53Z</dcterms:created>
  <dcterms:modified xsi:type="dcterms:W3CDTF">2026-08-31T15:03:53Z</dcterms:modified>
</cp:coreProperties>
</file>